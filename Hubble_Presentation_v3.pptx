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HUBBLE CONNECTED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AI-Powered Dog Emotion Detection</a:t>
            </a:r>
            <a:br/>
            <a:r>
              <a:t>&amp; Scenario Trigger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8C4"/>
                </a:solidFill>
                <a:latin typeface="Calibri"/>
              </a:defRPr>
            </a:pPr>
            <a:r>
              <a:t>Real-time Audio Intelligence for Pet Cameras on Edge Devices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Aditya Sharma  |  AI/ML Intern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Calibri"/>
              </a:defRPr>
            </a:pPr>
            <a:r>
              <a:t>Manager: Rahul  |  June 2026 - Present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 We Are Solving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4"/>
                </a:solidFill>
                <a:latin typeface="Calibri"/>
              </a:defRPr>
            </a:pPr>
            <a:r>
              <a:t>Millions of pet owners leave dogs at home for 8-10 hours daily. Existing cameras just show video.</a:t>
            </a:r>
            <a:br/>
            <a:r>
              <a:t>They don't understand what is happening. Owners cannot watch continuously. They need smart alerts.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3474720" cy="3200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154680"/>
            <a:ext cx="310896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Cameras show - they don't understand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No alerts when dog is in distress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No context: WHY is the dog barking?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Video requires GPU - too expensive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743200"/>
            <a:ext cx="3474720" cy="3200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96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39" y="3154680"/>
            <a:ext cx="310896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32918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Listen to audio (not video)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Classify dog emotion (3 classes)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Classify environment sound (10 classes)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Combine both to detect 5 real scenarios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Alert owner's phone with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743200"/>
            <a:ext cx="3474720" cy="3200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Why Audio Over Video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3154680"/>
            <a:ext cx="310896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2918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100x smaller (48KB vs 5MB per 3 seconds)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Runs on CPU - no GPU needed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Works in the dark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Better privacy - no video of homes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Dogs express emotions through sound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Target: Raspberry Pi 4 (4GB RAM, $35-55) - All processing on-device, zero cloud dependency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How It Works - Complete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Calibri"/>
              </a:defRPr>
            </a:pPr>
            <a:r>
              <a:t>Every 3 seconds, the system processes one audio chunk through the entire pipeline: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194560" cy="2743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2194560"/>
            <a:ext cx="457200" cy="4572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BFF"/>
                </a:solidFill>
                <a:latin typeface="Calibri"/>
              </a:defRPr>
            </a:pPr>
            <a: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4"/>
                </a:solidFill>
                <a:latin typeface="Calibri"/>
              </a:defRPr>
            </a:pPr>
            <a:r>
              <a:t>Microphone records at 16kHz mono.</a:t>
            </a:r>
            <a:br/>
            <a:r>
              <a:t>3-second chunk = 48,000 samples.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103120"/>
            <a:ext cx="2194560" cy="2743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194560"/>
            <a:ext cx="457200" cy="4572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743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896"/>
                </a:solidFill>
                <a:latin typeface="Calibri"/>
              </a:defRPr>
            </a:pPr>
            <a:r>
              <a:t>TWO MODELS RUN</a:t>
            </a:r>
            <a:br/>
            <a:r>
              <a:t>ON SAME AUDIO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383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4"/>
                </a:solidFill>
                <a:latin typeface="Calibri"/>
              </a:defRPr>
            </a:pPr>
            <a:r>
              <a:t>Dog Emotion Model: "High_Arousal" (87%)</a:t>
            </a:r>
            <a:br/>
            <a:r>
              <a:t>Env Sound Model: "door_slam" (82%)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103120"/>
            <a:ext cx="2194560" cy="2743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0" y="2194560"/>
            <a:ext cx="457200" cy="4572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743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00"/>
                </a:solidFill>
                <a:latin typeface="Calibri"/>
              </a:defRPr>
            </a:pPr>
            <a:r>
              <a:t>ADD TO</a:t>
            </a:r>
            <a:br/>
            <a:r>
              <a:t>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383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4"/>
                </a:solidFill>
                <a:latin typeface="Calibri"/>
              </a:defRPr>
            </a:pPr>
            <a:r>
              <a:t>Both results stored in a 60-second</a:t>
            </a:r>
            <a:br/>
            <a:r>
              <a:t>sliding window (last 20 chunks).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59" y="2103120"/>
            <a:ext cx="2194560" cy="2743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5319" y="2194560"/>
            <a:ext cx="457200" cy="4572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799" y="2743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Calibri"/>
              </a:defRPr>
            </a:pPr>
            <a:r>
              <a:t>5 SCENARIO</a:t>
            </a:r>
            <a:br/>
            <a:r>
              <a:t>DETECTORS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799" y="3383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4"/>
                </a:solidFill>
                <a:latin typeface="Calibri"/>
              </a:defRPr>
            </a:pPr>
            <a:r>
              <a:t>Each detector scans history for</a:t>
            </a:r>
            <a:br/>
            <a:r>
              <a:t>its specific pattern.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2103120"/>
            <a:ext cx="2194560" cy="2743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07040" y="2194560"/>
            <a:ext cx="457200" cy="45720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743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4545"/>
                </a:solidFill>
                <a:latin typeface="Calibri"/>
              </a:defRPr>
            </a:pPr>
            <a:r>
              <a:t>TRIGGER</a:t>
            </a:r>
            <a:br/>
            <a:r>
              <a:t>ALERT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383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4"/>
                </a:solidFill>
                <a:latin typeface="Calibri"/>
              </a:defRPr>
            </a:pPr>
            <a:r>
              <a:t>If pattern matches, push notification</a:t>
            </a:r>
            <a:br/>
            <a:r>
              <a:t>to owner's phone with context.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166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KEY INSIGHT: Neither model alone can detect scenarios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Calibri"/>
              </a:defRPr>
            </a:pPr>
            <a:r>
              <a:t>"Dog is anxious" alone could mean 10 things. "Doorbell rang" alone means nothing.</a:t>
            </a:r>
            <a:br/>
            <a:r>
              <a:t>But "Dog is anxious" + "Doorbell rang 10 seconds ago" = Stranger at the door!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Pipeline - Collection &amp; Cleaning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Dog Emotion 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Barkopedia (HuggingFace) - Academic dog vocalization dataset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DogSpeak (HuggingFace) - Labeled dog sounds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Freesound.org API - Community dog sounds (API key based)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Custom Pygame GUI for manual labeling by 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Environment Sound 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ESC-50 - Environmental Sound Classification (50 classes)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UrbanSound8K - 8,732 urban sound files (10 folds)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Freesound.org API - Targeted queries per class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Total: ~4,400 files across 10 environment classes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10515600" cy="3200400"/>
          </a:xfrm>
          <a:prstGeom prst="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45"/>
                </a:solidFill>
                <a:latin typeface="Calibri"/>
              </a:defRPr>
            </a:pPr>
            <a:r>
              <a:t>CRITICAL DISCOVERY: Massive Data Leakage in Anxiety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What We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600 files in Anxiety folder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After 3-layer deduplication: only 25 unique!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575 were duplicates of same source recordings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Model was memorizing, not learning patterns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Artificial 100% accuracy on Anxiety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96"/>
                </a:solidFill>
                <a:latin typeface="Calibri"/>
              </a:defRPr>
            </a:pPr>
            <a:r>
              <a:t>How We Fixed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Layer 1: SHA-256 hash (exact byte duplicates)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Layer 2: Spectral fingerprint cosine similarity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Layer 3: Noise floor fingerprinting (same session)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GroupShuffleSplit: zero source overlap in train/val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Threshold calibrated by manually listening to files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Result: Honest 80.5% accuracy (no inflation)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Dog Emotion Classifier - WavLM + VotingEnsemble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18288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Class Merging: 5 to 3 (Approved by Rahul)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Original 5: Aggressive, Alert, Anxiety, Bored, Playful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Confusion matrix: 98% overlap Aggressive vs Alert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Merged into 3 arousal-based classes: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  High_Arousal = Aggressive + Alert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  Low_Arousal = Anxiety + Bored + Howling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  Playful = Playful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03520" cy="18288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Model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Input: 3-second audio chunk (48,000 samples)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Path A: WavLM (microsoft/wavlm-base-plus)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  768-dim embedding, pretrained on 94K hrs audio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Path B: Handcrafted features (librosa)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  MFCC, pitch, RMS, spectral, onset (20+ features)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Combined: VotingEnsemble (RandomForest + HistGradientBoosting)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66160"/>
            <a:ext cx="5029200" cy="914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Overall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896"/>
                </a:solidFill>
                <a:latin typeface="Calibri"/>
              </a:defRPr>
            </a:pPr>
            <a:r>
              <a:t>80.5%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Confidence Cutoff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Calibri"/>
              </a:defRPr>
            </a:pPr>
            <a:r>
              <a:t>60% (below = "Neutral")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566160"/>
            <a:ext cx="5303520" cy="914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Playful F1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BFF"/>
                </a:solidFill>
                <a:latin typeface="Calibri"/>
              </a:defRPr>
            </a:pPr>
            <a:r>
              <a:t>0.374 to 0.667 (+78%)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Model Switch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HuBERT to WavLM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10698480" cy="1645920"/>
          </a:xfrm>
          <a:prstGeom prst="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Key Decisions Explained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HuBERT to WavLM: HuBERT was trained on speech only. WavLM was trained on speech + noise + overlapping audio.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WavLM is better for non-speech audio like dog barks because of broader training data.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Confidence threshold of 60%: Below this, model returns "Neutral" instead of guessing. Required by Rahul.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Playful fix: Applied 5-type augmentation (pitch shift, time stretch, noise injection) to boost underrepresented class.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Environment Sound Classifier - 10 Classes, 89%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Calibri"/>
              </a:defRPr>
            </a:pPr>
            <a:r>
              <a:t>Purpose: Detect what is happening around the dog so we know WHY the dog is reacting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door_slam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219456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doorbell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19456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footsteps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219456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8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speech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219456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siren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1752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car_horn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01752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alarm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301752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scratching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01752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8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silence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301752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background_noise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06240"/>
            <a:ext cx="5029200" cy="2011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Training Details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5720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Datasets: ESC-50, UrbanSound8K, Freesound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Total files: ~4,400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Train/Val: 3,520 / 881 (80/20 split)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Model: RandomForest on acoustic features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Same librosa feature pipeline as dog emotion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206240"/>
            <a:ext cx="5212080" cy="2011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96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Overall Accuracy: 89.0%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Macro F1 Score: 0.867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Format: 16kHz mono WAV, 3-second clips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Inference time: ~45ms per chunk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No external dependencies (sklearn only)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Scenario Fusion Engine -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Calibri"/>
              </a:defRPr>
            </a:pPr>
            <a:r>
              <a:t>Both models run on the same audio. Results go into a 60-second history. Five detectors scan for patterns.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Calibri"/>
              </a:defRPr>
            </a:pPr>
            <a:r>
              <a:t>Step 1: Same 3-second audio chunk goes to both models simultaneously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Dog Model output: "High_Arousal" (87%)                    Environment Model output: "door_slam" (82%)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0515600" cy="1005840"/>
          </a:xfrm>
          <a:prstGeom prst="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Calibri"/>
              </a:defRPr>
            </a:pPr>
            <a:r>
              <a:t>Step 2: Both results added to history (deque maxlen=20 = last 60 seconds)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dog_history = [("Neutral",0.9), ("Neutral",0.85), ("Low_Arousal",0.7), ("High_Arousal",0.87), ...]</a:t>
            </a:r>
            <a:br/>
            <a:r>
              <a:t>env_history = [("door_slam",0.82), ("silence",0.91), ("bg_noise",0.65), ("bg_noise",0.5), ...]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10515600" cy="1554480"/>
          </a:xfrm>
          <a:prstGeom prst="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Calibri"/>
              </a:defRPr>
            </a:pPr>
            <a:r>
              <a:t>Step 3: Five detector functions scan history for their specific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_check_owner_left():    door_slam in history? + No speech? + Dog distressed for 15s? --&gt; TRIGGER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_check_stranger():       Doorbell (+3pts) + Dog alert (+2pts) + Fast bark (+1.5pts), total &gt;= 7? --&gt; TRIGGER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_check_other_dog():     Two different pitches detected? + Alternating bark pattern? --&gt; TRIGGER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_check_siren_howl():    Siren in env + Dog howling (long sustained note)? --&gt; TRIGGER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_check_attention():      Low_Arousal 80% of 60s + No env triggers + Repetitive whine? --&gt; TRIGGER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Step 4: If any detector triggers --&gt; Push notification to owner's phone with scenario name and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35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Example: "Owner Left - Your dog is showing signs of separation anxiety. Distress detected for 15 seconds after door closed."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Scenario Details - Owner Left &amp; Stranger Detected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669280" cy="48463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Scenario 1: Owner Left (Separation Anxiety)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Detection Method: AND-gate (ALL conditions must be 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Condition 1: door_slam detected in last 120 seconds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Condition 2: No human speech for 60+ seconds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Condition 3: Dog High_Arousal for 5+ consecutive chunks (15s)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Condition 4: RMS energy escalating (getting louder)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Timeline example: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0:00  door_slam detected, dog = Neutral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0:03-0:27  silence, dog still Neutral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0:30  dog starts whining, Low_Arousal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0:33-0:42  dog gets worse, High_Arousal x5 chunks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0:42  ALL 4 conditions TRUE --&gt; TRIGGERED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False positive handling: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TV door sounds: check for music_television in env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Dog playing: Playful emotion breaks distress streak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394960" cy="48463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Scenario 2: Stranger Detected (Intruder Alert)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Calibri"/>
              </a:defRPr>
            </a:pPr>
            <a:r>
              <a:t>Detection Method: Scoring System (&gt;= 7.0 points = trigger)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Evidence scoring: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Doorbell/knock detected         +3.0 points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Dog emotion = High_Arousal      +2.0 points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Rapid barking (&gt;3/sec)          +1.5 points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Regular rhythmic bark           +1.0 points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Unknown speech heard            +1.5 points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Dog NOT playful recently        +1.0 points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Approaching footsteps           +2.0 points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Example A (Stranger): doorbell(3) + alert(2)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+ fast bark(1.5) + not playful(1) = 7.5 --&gt; TRIGGER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Example B (Random bark): no doorbell(0) + alert(2)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+ fast bark(1.5) + not playful(1) = 4.5 --&gt; No trigger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Why scoring? Not all evidence present every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Scenario Details - Other Dog, Siren/Howl, Attention Seeking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57600" cy="48463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Calibri"/>
              </a:defRPr>
            </a:pPr>
            <a:r>
              <a:t>Scenario 3: Other Dog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Pitch Bimodality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Problem: 1 mic captures 2 dogs.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How to tell there are 2 dogs?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Split audio into 250ms sub-frames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Extract pitch from each frame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K-means cluster into 2 groups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If groups are &gt;100Hz apart: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two different dogs confirmed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Also checks: alternating energy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(call-and-response pattern)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Near-far ratio &gt; 2.5 (our dog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is louder = closer to mic)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657600" cy="48463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Calibri"/>
              </a:defRPr>
            </a:pPr>
            <a:r>
              <a:t>Scenario 4: Siren / Howl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Sequential 2-Stage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488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Stage 1: Env model detects siren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Stage 2: Check if dog howls back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Howl vs Bark (5 checks):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voiced_fraction &gt; 0.6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(60%+ continuous sound)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duration &gt; 1.5 seconds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(bark = 0.3s, howl = 3s+)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bandwidth &lt; 1200 Hz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(howl = narrow, bark = wide)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pitch_range &gt; 200 Hz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(howl pitch sweeps up)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HNR &gt; 8 dB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(howl = tonal, bark = noisy)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3657600" cy="48463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Scenario 5: Attention Seeking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Absence-Based + Autocorrelation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Triggers when NO external cause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but dog is still distressed.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4 conditions (all required):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Low_Arousal &gt;= 80% of last 60s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NO env triggers (no doorbell,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siren, other dog, speech)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Repetitive pattern detected via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autocorrelation (peak &gt; 0.3)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Whine signature: pitch &gt; 500Hz,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RMS &lt; 0.06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Hardest scenario to detect.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Defined by ABSENCE of triggers,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not their presence.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Calibri"/>
              </a:defRPr>
            </a:pPr>
            <a:r>
              <a:t>Test Suite: 10 cases - 5 positive (should trigger) + 5 negative (should NOT trigger)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474720" cy="18288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4545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Passed: 7/10 - 3 positive tests 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545"/>
                </a:solidFill>
                <a:latin typeface="Calibri"/>
              </a:defRPr>
            </a:pPr>
            <a:r>
              <a:t>Fix: Initial run, detectors too strict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474720" cy="18288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19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8C00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Passed: 9/10 - 1 test still failing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C00"/>
                </a:solidFill>
                <a:latin typeface="Calibri"/>
              </a:defRPr>
            </a:pPr>
            <a:r>
              <a:t>Fix: Fixed Stranger scoring threshold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474720" cy="18288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C89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Passed: 10/10 - All tests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896"/>
                </a:solidFill>
                <a:latin typeface="Calibri"/>
              </a:defRPr>
            </a:pPr>
            <a:r>
              <a:t>Fix: Fixed history reset between tests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06240"/>
            <a:ext cx="10515600" cy="2377440"/>
          </a:xfrm>
          <a:prstGeom prst="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Final Results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Calibri"/>
              </a:defRPr>
            </a:pPr>
            <a:r>
              <a:t>Component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Calibri"/>
              </a:defRPr>
            </a:pPr>
            <a:r>
              <a:t>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Dog Emotion Classifier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937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937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96"/>
                </a:solidFill>
                <a:latin typeface="Calibri"/>
              </a:defRPr>
            </a:pPr>
            <a:r>
              <a:t>80.5%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937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3 classes, VotingEnsemble (RF + HistGB)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12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Environment Classifier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212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212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96"/>
                </a:solidFill>
                <a:latin typeface="Calibri"/>
              </a:defRPr>
            </a:pPr>
            <a:r>
              <a:t>89.0%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5212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10 classes, Macro F1: 0.867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Scenario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5486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Test Pass 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486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9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5486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10/10: 5 positive + 5 negative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Confidence Threshold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Cutoff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96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Below 60% returns "Neutral" (Rahul's requirement)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6035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Playful Class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6035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F1 Improvement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6035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96"/>
                </a:solidFill>
                <a:latin typeface="Calibri"/>
              </a:defRPr>
            </a:pPr>
            <a:r>
              <a:t>+78%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6035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0.374 to 0.667 via 5-type augmentation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Edge Deployment - Raspberry Pi 4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Calibri"/>
              </a:defRPr>
            </a:pPr>
            <a:r>
              <a:t>All processing happens on-device. Zero cloud, zero latency, full user privacy.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486400" cy="36576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Latency Budget per 3-second Chunk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WavLM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14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Calibri"/>
              </a:defRPr>
            </a:pPr>
            <a:r>
              <a:t>~800ms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587752"/>
            <a:ext cx="1143000" cy="1828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Feature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017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96"/>
                </a:solidFill>
                <a:latin typeface="Calibri"/>
              </a:defRPr>
            </a:pPr>
            <a:r>
              <a:t>~120ms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090672"/>
            <a:ext cx="171450" cy="1828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Env 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520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~45ms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3593592"/>
            <a:ext cx="64008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RandomForest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023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~5ms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4096512"/>
            <a:ext cx="6858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Scenario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526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B8C4"/>
                </a:solidFill>
                <a:latin typeface="Calibri"/>
              </a:defRPr>
            </a:pPr>
            <a:r>
              <a:t>&lt;1ms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599432"/>
            <a:ext cx="2286" cy="182880"/>
          </a:xfrm>
          <a:prstGeom prst="rect">
            <a:avLst/>
          </a:prstGeom>
          <a:solidFill>
            <a:srgbClr val="B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96"/>
                </a:solidFill>
                <a:latin typeface="Calibri"/>
              </a:defRPr>
            </a:pPr>
            <a:r>
              <a:t>Total: ~970ms / 3000ms budget (67% headroom)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2057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Resources &amp;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46888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Hardware: Raspberry Pi 4 (4GB RAM, $35-55)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RAM usage: ~260MB total (of 4GB)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Model sizes: WavLM ~90MB, Env ~5MB, RF ~1MB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Audio buffer: 192KB per chunk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Optimization options: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  DistilHuBERT: 800ms to 300ms (-3% accuracy)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  WavLM first 6 layers: 800ms to 400ms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  Google Coral USB TPU: 800ms to ~100ms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  INT8 quantization for env model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  Voice Activity Detection (skip silence)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743200" cy="4754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ML / Audio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246888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Python 3.12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PyTorch + HuggingFace Transformers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WavLM (microsoft/wavlm-base-plus)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scikit-learn (VotingEnsemble)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librosa (feature extraction)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NumPy, SciPy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imbalanced-learn (SMOTE)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joblib (model serialization)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554480"/>
            <a:ext cx="2743200" cy="4754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96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920240"/>
            <a:ext cx="246888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huggingface_hub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Freesound.org REST API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soundfile (WAV I/O)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Pygame (labeling GUI)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hashlib (SHA-256 dedup)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tqdm (progress bars)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3 download scripts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Deduplication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2743200" cy="4754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920240"/>
            <a:ext cx="246888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Node.js + Express.js v4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MongoDB + Mongoose v8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JWT authentication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RBAC (User / Admin)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Swagger/OpenAPI docs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Helmet, CORS, Rate limiting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In-memory DB fallback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8 REST endpoints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1554480"/>
            <a:ext cx="2743200" cy="4754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4040" y="1920240"/>
            <a:ext cx="246888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Vanilla HTML/CSS/JS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Single Page Application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Dark glassmorphism UI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Responsive design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Product CRUD dashboard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Toast notifications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474720" cy="3200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Calibri"/>
              </a:defRPr>
            </a:pPr>
            <a:r>
              <a:t>Short-term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965960"/>
            <a:ext cx="32004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  Per-dog baseline calibration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  Notification cooldown logic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  Audio clip with alerts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  Voice Activity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554480"/>
            <a:ext cx="3474720" cy="3200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19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96"/>
                </a:solidFill>
                <a:latin typeface="Calibri"/>
              </a:defRPr>
            </a:pPr>
            <a:r>
              <a:t>Medium-term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19" y="1965960"/>
            <a:ext cx="320040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19" y="2103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  DistilHuBERT (2.5x faster, -3% accuracy)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  Learned fusion model (LSTM)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  Multi-dog support via voice embeddings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  TFLite INT8 quantization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3474720" cy="3200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Long-term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965960"/>
            <a:ext cx="32004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103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  Multimodal fusion (audio + video)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  Federated learning on-device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  Veterinary integration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  Additional scenarios (thunder, injury)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B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8C4"/>
                </a:solidFill>
                <a:latin typeface="Calibri"/>
              </a:defRPr>
            </a:pPr>
            <a:r>
              <a:t>Aditya Sharma  |  AI/ML Intern  |  Hubble Connected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4"/>
                </a:solidFill>
                <a:latin typeface="Calibri"/>
              </a:defRPr>
            </a:pPr>
            <a:r>
              <a:t>Dog Emotion: 80.5%  |  Env Sound: 89%  |  Scenarios: 100% test pass</a:t>
            </a:r>
            <a:br/>
            <a:r>
              <a:t>Edge deployment: ~970ms/chunk on Raspberry Pi 4  |  All processing on-device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