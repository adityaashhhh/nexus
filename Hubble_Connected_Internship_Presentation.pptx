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HUBBLE CONNECTED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AI-Powered Dog Emotion Detection &amp;</a:t>
            </a:r>
            <a:br/>
            <a:r>
              <a:t>Scenario Trigger System for Pet Cameras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8C4"/>
                </a:solidFill>
                <a:latin typeface="Calibri"/>
              </a:defRPr>
            </a:pPr>
            <a:r>
              <a:t>Real-time Audio Intelligence on Edge Devices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Aditya Sharma  |  AI/ML Intern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Calibri"/>
              </a:defRPr>
            </a:pPr>
            <a:r>
              <a:t>Manager: Rahul  |  June 2026 – Present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Problem Statement &amp; Business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System Architecture — 3-Layer Intelligence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51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Data Pipeline — Collection, Cleaning &amp; Leakage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54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Dog Emotion Classifier — WavLM + VotingEnsemble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Environment Sound Classifier — 10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60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60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Scenario Fusion Engine — 5 Real-World Detectors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63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66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Edge Deployment &amp; Performance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669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Tech Stack &amp; 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8C4"/>
                </a:solidFill>
                <a:latin typeface="Calibri"/>
              </a:defRPr>
            </a:pPr>
            <a:r>
              <a:t>Pet owners leave dogs at home for 8–10 hours daily.</a:t>
            </a:r>
            <a:br/>
            <a:r>
              <a:t>Existing pet cameras provide passive video — no understanding, no alerts.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3200400" cy="201168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• Cameras show, they don't 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021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• Owners can't watch 8 hours straight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581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• No way to know if dog is distressed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• No real-time alerts for emergencies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743200"/>
            <a:ext cx="3200400" cy="201168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880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96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46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• Listen to dog audio continuously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021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• Classify dog emotion in 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581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• Detect environmental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142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• Fuse both → identify real scenarios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743200"/>
            <a:ext cx="3474720" cy="201168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Why Audio, Not Video?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• 100× smaller data (48KB vs 5MB/3s)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5021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• Runs on CPU (no GPU needed)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7581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• Works in the dark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0142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• Better privacy — no video of homes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Target: Raspberry Pi 4 (4GB RAM) — All processing on-device, zero cloud dependency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 — 3-Layer Intelligence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96"/>
                </a:solidFill>
                <a:latin typeface="Calibri"/>
              </a:defRPr>
            </a:pPr>
            <a:r>
              <a:t>LAYER 1: PERCEPTION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Calibri"/>
              </a:defRPr>
            </a:pPr>
            <a:r>
              <a:t>Microphone → 16kHz mono → 3-second chunks (48,000 samples) → Acoustic Feature Extraction (librosa)</a:t>
            </a:r>
            <a:br/>
            <a:r>
              <a:t>RMS Energy  |  Spectral Centroid  |  ZCR  |  MFCCs  |  Onset Rate  |  Pitch (pYIN)  |  Bandwidth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26080"/>
            <a:ext cx="4937760" cy="13716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DOG EMOTION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WavLM embeddings (768-dim) + Acoustic features</a:t>
            </a:r>
            <a:br/>
            <a:r>
              <a:t>→ VotingEnsemble (RandomForest + HistGradientBoosting)</a:t>
            </a:r>
            <a:br/>
            <a:r>
              <a:t>→ 3 classes: High_Arousal | Low_Arousal | Playful</a:t>
            </a:r>
            <a:br/>
            <a:r>
              <a:t>→ 80.5% accuracy | 60% confidence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26080"/>
            <a:ext cx="5029200" cy="13716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ENVIRONMENT SOUND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RandomForest on acoustic features</a:t>
            </a:r>
            <a:br/>
            <a:r>
              <a:t>→ 10 classes: door_slam, doorbell, siren, speech,</a:t>
            </a:r>
            <a:br/>
            <a:r>
              <a:t>   footsteps, alarm, car_horn, scratching, silence, bg_noise</a:t>
            </a:r>
            <a:br/>
            <a:r>
              <a:t>→ 89% accuracy | Macro F1: 0.867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96"/>
                </a:solidFill>
                <a:latin typeface="Calibri"/>
              </a:defRPr>
            </a:pPr>
            <a:r>
              <a:t>LAYER 2: UNDERSTANDING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463040"/>
            <a:ext cx="7589520" cy="118872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LAYER 3: SCENARIO FUSION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Calibri"/>
              </a:defRPr>
            </a:pPr>
            <a:r>
              <a:t>5 State Machine Detectors — Rolling 60s Window (deque maxlen=20)</a:t>
            </a:r>
            <a:br/>
            <a:r>
              <a:t>Owner Left  |  Stranger Detected  |  Other Dog  |  Siren/Howl  |  Attention Seeking</a:t>
            </a:r>
            <a:br/>
            <a:r>
              <a:t>→ Push notification to owner's phone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200400" y="4343400"/>
            <a:ext cx="365760" cy="274320"/>
          </a:xfrm>
          <a:prstGeom prst="downArrow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7772400" y="4343400"/>
            <a:ext cx="365760" cy="274320"/>
          </a:xfrm>
          <a:prstGeom prst="downArrow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19"/>
          <p:cNvSpPr/>
          <p:nvPr/>
        </p:nvSpPr>
        <p:spPr>
          <a:xfrm>
            <a:off x="5852160" y="2697480"/>
            <a:ext cx="365760" cy="274320"/>
          </a:xfrm>
          <a:prstGeom prst="up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Pipeline — Collection, Cleaning &amp; Data Leakage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Data Sources (Dog Emotion)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Barkopedia (HuggingFace) — Academic dog vocalization dataset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DogSpeak (HuggingFace) — Labeled dog sounds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Freesound.org API — Community-uploaded dog sounds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Manual labeling with custom Pygame GUI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Data Sources (Environment)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ESC-50 — Environmental Sound Classification dataset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UrbanSound8K — Urban sound dataset (8,732 files)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Freesound.org API — Targeted queries per class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~4,400 total files across 10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10515600" cy="2926080"/>
          </a:xfrm>
          <a:prstGeom prst="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45"/>
                </a:solidFill>
                <a:latin typeface="Calibri"/>
              </a:defRPr>
            </a:pPr>
            <a:r>
              <a:t>⚠  CRITICAL DISCOVERY: Data Leakage in Anxiety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600 files in Anxiety → only 25 genuinely unique!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575 were duplicates from same source recordings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Model was memorizing, not learning → 100% artificial accuracy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3-Layer Deduplication Pipeline: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Layer 1: SHA-256 hash (exact byte duplicates)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Layer 2: Spectral fingerprint cosine similarity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Layer 3: Noise floor fingerprinting (same session)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977639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Fix Applied: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• Source-level GroupShuffleSplit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• Zero train/validation source overlap guaranteed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• Similarity threshold calibrated by manual listening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Impact: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• Removed artificial accuracy inflation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• Model now generalizes to unseen dogs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  • Real accuracy: 80.5% (honest, validated)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Dog Emotion Classifier — WavLM + VotingEnsemble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Class Merging Decision (5 → 3 classes)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4572000" cy="16459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Why 5 → 3?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Original: Aggressive, Alert, Anxiety, Bored, Playful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706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Confusion matrix: 98% overlap Aggressive ↔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2666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Acoustically identical — model couldn't distinguish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8269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Merged (approved by manager Rahul):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387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  High_Arousal = Aggressive +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  Low_Arousal = Anxiety + Bored + Howling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507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  Playful = Playful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Model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011680"/>
            <a:ext cx="5486400" cy="16459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96"/>
                </a:solidFill>
                <a:latin typeface="Calibri"/>
              </a:defRPr>
            </a:pPr>
            <a:r>
              <a:t>Dual-Feature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14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Path A: WavLM (microsoft/wavlm-base-plus)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7706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  → 768-dim embedding per audio chunk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0266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  → Captures deep patterns humans can't describe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2826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Path B: Handcrafted Acoustic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538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  → MFCC, pitch, RMS, spectral, onset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794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  → Captures known-important characteristics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0507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Combined → VotingEnsemble (RF + HistGB)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31920"/>
            <a:ext cx="2560320" cy="914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96"/>
                </a:solidFill>
                <a:latin typeface="Calibri"/>
              </a:defRPr>
            </a:pPr>
            <a:r>
              <a:t>80.5%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3931920"/>
            <a:ext cx="2560320" cy="914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Confidence Threshold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931920"/>
            <a:ext cx="2560320" cy="914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Below 60% 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Calibri"/>
              </a:defRPr>
            </a:pPr>
            <a:r>
              <a:t>"Neutral"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3931920"/>
            <a:ext cx="2286000" cy="914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HuBERT → WavLM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BFF"/>
                </a:solidFill>
                <a:latin typeface="Calibri"/>
              </a:defRPr>
            </a:pPr>
            <a:r>
              <a:t>Switched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120640"/>
            <a:ext cx="10698480" cy="11887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96"/>
                </a:solidFill>
                <a:latin typeface="Calibri"/>
              </a:defRPr>
            </a:pPr>
            <a:r>
              <a:t>Playful Class Fix — F1: 0.374 → 0.667 (+78%)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Calibri"/>
              </a:defRPr>
            </a:pPr>
            <a:r>
              <a:t>Applied 5-type augmentation: pitch shift ±2 semitones, time stretch ±10%, background noise injection</a:t>
            </a:r>
            <a:br/>
            <a:r>
              <a:t>Used librosa for all augmentations — no external audio needed, just mathematical transformations on existing clips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Environment Sound Classifier — 10 Classes, 89%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4"/>
                </a:solidFill>
                <a:latin typeface="Calibri"/>
              </a:defRPr>
            </a:pPr>
            <a:r>
              <a:t>Classifies environmental context to distinguish WHY the dog is reacting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103120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door_slam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Doors closing/opening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194560"/>
            <a:ext cx="2103120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doorbell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60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Doorbell rings, knocks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2194560"/>
            <a:ext cx="2103120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footsteps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560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Human walking sounds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194560"/>
            <a:ext cx="2103120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speech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560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Human conversation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2194560"/>
            <a:ext cx="2103120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siren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560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Ambulance, fire, alarms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91839"/>
            <a:ext cx="2103120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33755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car_horn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5759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Vehicle horns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291839"/>
            <a:ext cx="2103120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33755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alarm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65759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Electronic alarms, beeps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3291839"/>
            <a:ext cx="2103120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333755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scratching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65759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Dog scratching at door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3291839"/>
            <a:ext cx="2103120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333755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silence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65759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No significant sound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20" y="3291839"/>
            <a:ext cx="2103120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333755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background_noise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65759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General ambient noise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Training Details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0749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Dataset: ESC-50 + UrbanSound8K + Freesound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Total files: ~4,400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Train/Val split: 3,520 / 881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Model: RandomForest classifier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749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Overall Accuracy: 89%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Macro F1 Score: 0.867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Audio format: 16kHz mono WAV, 3-second clips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Features: Same librosa pipeline as dog emotion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Scenario Fusion Engine — 5 Real-World Detectors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4"/>
                </a:solidFill>
                <a:latin typeface="Calibri"/>
              </a:defRPr>
            </a:pPr>
            <a:r>
              <a:t>Combines Dog Emotion + Environment Sound outputs over a rolling 60-second sliding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Calibri"/>
              </a:defRPr>
            </a:pPr>
            <a:r>
              <a:t>Architecture: deque(maxlen=20) — stores last 20 ChunkResults (20 × 3s = 60s)</a:t>
            </a:r>
            <a:br/>
            <a:r>
              <a:t>Each ChunkResult contains: dog_emotion, dog_confidence, env_class, env_confidence, rms_mean, pitch, onset_rate, is_howl, is_repetitive + more</a:t>
            </a:r>
            <a:br/>
            <a:r>
              <a:t>Every 3 seconds: both models run → ChunkResult built → all 5 detectors check their conditions against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2194560" cy="3017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🚪 Owner 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AND-gate: 4 conditions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69080"/>
            <a:ext cx="201168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door_slam within 120s</a:t>
            </a:r>
            <a:br/>
            <a:r>
              <a:t>+ no speech 60s</a:t>
            </a:r>
            <a:br/>
            <a:r>
              <a:t>+ 5+ distress chunks</a:t>
            </a:r>
            <a:br/>
            <a:r>
              <a:t>+ RMS escalating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3383280"/>
            <a:ext cx="2194560" cy="3017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🔔 Stranger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794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Scoring: ≥7.0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4069080"/>
            <a:ext cx="201168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4160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doorbell (+3)</a:t>
            </a:r>
            <a:br/>
            <a:r>
              <a:t>+ High_Arousal (+2)</a:t>
            </a:r>
            <a:br/>
            <a:r>
              <a:t>+ rapid barking (+1.5)</a:t>
            </a:r>
            <a:br/>
            <a:r>
              <a:t>+ no Playful (+1)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3383280"/>
            <a:ext cx="2194560" cy="3017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96"/>
                </a:solidFill>
                <a:latin typeface="Calibri"/>
              </a:defRPr>
            </a:pPr>
            <a:r>
              <a:t>🐕 Other Dog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794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Bimodality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4069080"/>
            <a:ext cx="201168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4160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Pitch K-means k=2</a:t>
            </a:r>
            <a:br/>
            <a:r>
              <a:t>+ &gt;100Hz separation</a:t>
            </a:r>
            <a:br/>
            <a:r>
              <a:t>+ alternating energy</a:t>
            </a:r>
            <a:br/>
            <a:r>
              <a:t>+ near-far ratio &gt;2.5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59" y="3383280"/>
            <a:ext cx="2194560" cy="3017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799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alibri"/>
              </a:defRPr>
            </a:pPr>
            <a:r>
              <a:t>🚨 Siren/Howl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799" y="3794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Sequential 2-stage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799" y="4069080"/>
            <a:ext cx="201168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799" y="4160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YAMNet: siren detected</a:t>
            </a:r>
            <a:br/>
            <a:r>
              <a:t>→ Dog responds with howl</a:t>
            </a:r>
            <a:br/>
            <a:r>
              <a:t>(voiced&gt;0.6, duration&gt;1.5s</a:t>
            </a:r>
            <a:br/>
            <a:r>
              <a:t>bandwidth&lt;1200, HNR&gt;8dB)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3383280"/>
            <a:ext cx="2194560" cy="30175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😢 Attention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794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Absence-based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4069080"/>
            <a:ext cx="201168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4160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Low_Arousal 80% of 60s</a:t>
            </a:r>
            <a:br/>
            <a:r>
              <a:t>+ NO env triggers</a:t>
            </a:r>
            <a:br/>
            <a:r>
              <a:t>+ repetitive autocorrelation</a:t>
            </a:r>
            <a:br/>
            <a:r>
              <a:t>+ whine/scratch signature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Scenario Deep Dive — Owner Left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Calibri"/>
              </a:defRPr>
            </a:pPr>
            <a:r>
              <a:t>Real-time walkthrough: How the system detects separation anxiety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0515600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Env: door_slam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Dog: Neutral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7BFF"/>
                </a:solidFill>
                <a:latin typeface="Calibri"/>
              </a:defRPr>
            </a:pPr>
            <a:r>
              <a:t>Door closes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70048"/>
            <a:ext cx="10515600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15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B8C4"/>
                </a:solidFill>
                <a:latin typeface="Calibri"/>
              </a:defRPr>
            </a:pPr>
            <a:r>
              <a:t>0:03–0:27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157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Env: silence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15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Dog: Neutral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7157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Calibri"/>
              </a:defRPr>
            </a:pPr>
            <a:r>
              <a:t>Dog hasn't reacted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36976"/>
            <a:ext cx="10515600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826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0:30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2826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Env: bg_noise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826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Dog: Low_Arousal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2826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alibri"/>
              </a:defRPr>
            </a:pPr>
            <a:r>
              <a:t>Whining starts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03904"/>
            <a:ext cx="10515600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496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alibri"/>
              </a:defRPr>
            </a:pPr>
            <a:r>
              <a:t>0:33–0:39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8496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Env: bg_noise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49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Dog: High_Arousal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8496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4545"/>
                </a:solidFill>
                <a:latin typeface="Calibri"/>
              </a:defRPr>
            </a:pPr>
            <a:r>
              <a:t>Distress escalating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70832"/>
            <a:ext cx="10515600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165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0:42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4165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Env: bg_noise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416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Dog: High_Arousal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4165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  <a:latin typeface="Calibri"/>
              </a:defRPr>
            </a:pPr>
            <a:r>
              <a:t>5th chunk → ★ TRIGGER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74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4 Conditions (ALL must be true to trigger):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40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96"/>
                </a:solidFill>
                <a:latin typeface="Calibri"/>
              </a:defRPr>
            </a:pPr>
            <a:r>
              <a:t>✅ door_recent: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440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door_slam detected within last 120 seconds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715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96"/>
                </a:solidFill>
                <a:latin typeface="Calibri"/>
              </a:defRPr>
            </a:pPr>
            <a:r>
              <a:t>✅ no_speech: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7150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No human speech detected for 60+ seconds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89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96"/>
                </a:solidFill>
                <a:latin typeface="Calibri"/>
              </a:defRPr>
            </a:pPr>
            <a:r>
              <a:t>✅ sustained_distress: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5989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5+ consecutive High_Arousal chunks (15 seconds)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263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96"/>
                </a:solidFill>
                <a:latin typeface="Calibri"/>
              </a:defRPr>
            </a:pPr>
            <a:r>
              <a:t>✅ escalating: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6263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Second-half RMS &gt; first-half RMS by 0.02+ (getting louder)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Scenario Test Suite: 10 Cases (5 positive + 5 negative)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474720" cy="1645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4545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Calibri"/>
              </a:defRPr>
            </a:pPr>
            <a:r>
              <a:t>Passed: 7/10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Initial — 3 positive tests failed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474720" cy="1645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2514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8C00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Calibri"/>
              </a:defRPr>
            </a:pPr>
            <a:r>
              <a:t>Passed: 9/10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Fixed Stranger scoring threshold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474720" cy="1645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14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C89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Calibri"/>
              </a:defRPr>
            </a:pPr>
            <a:r>
              <a:t>Passed: 10/10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Fixed history reset between 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10515600" cy="2468880"/>
          </a:xfrm>
          <a:prstGeom prst="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Final Results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Component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480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480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480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Calibri"/>
              </a:defRPr>
            </a:pPr>
            <a:r>
              <a:t>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Dog Emotion Classifier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80.5%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3 classes, VotingEnsemble (RF + HistGB)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20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Environment Classifier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120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120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89.0%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5120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10 classes, Macro F1: 0.867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40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Scenario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5440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Test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440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5440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10/10 (5 positive + 5 negative)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Confidence Threshold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Cutoff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Below → 'Neutral' (per manager requirement)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080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Playful Class Fix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6080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F1 Improvement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080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96"/>
                </a:solidFill>
                <a:latin typeface="Calibri"/>
              </a:defRPr>
            </a:pPr>
            <a:r>
              <a:t>0.374 → 0.667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6080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4"/>
                </a:solidFill>
                <a:latin typeface="Calibri"/>
              </a:defRPr>
            </a:pPr>
            <a:r>
              <a:t>5-type augmentation (+78% improvement)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Edge Deployment — Raspberry Pi 4 Performance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4"/>
                </a:solidFill>
                <a:latin typeface="Calibri"/>
              </a:defRPr>
            </a:pPr>
            <a:r>
              <a:t>All inference runs on-device — zero cloud dependency, zero latency, full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Latency Budget per 3-second Chunk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WavLM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96"/>
                </a:solidFill>
                <a:latin typeface="Calibri"/>
              </a:defRPr>
            </a:pPr>
            <a:r>
              <a:t>~800ms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697480"/>
            <a:ext cx="4389120" cy="201168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651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72%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35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Feature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035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96"/>
                </a:solidFill>
                <a:latin typeface="Calibri"/>
              </a:defRPr>
            </a:pPr>
            <a:r>
              <a:t>~120ms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081528"/>
            <a:ext cx="713232" cy="201168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3035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11%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Env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198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96"/>
                </a:solidFill>
                <a:latin typeface="Calibri"/>
              </a:defRPr>
            </a:pPr>
            <a:r>
              <a:t>~45ms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465576"/>
            <a:ext cx="274320" cy="201168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59" y="34198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039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RandomForest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8039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96"/>
                </a:solidFill>
                <a:latin typeface="Calibri"/>
              </a:defRPr>
            </a:pPr>
            <a:r>
              <a:t>~5ms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849624"/>
            <a:ext cx="54864" cy="201168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8303" y="38039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&lt;1%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87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Scenario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87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96"/>
                </a:solidFill>
                <a:latin typeface="Calibri"/>
              </a:defRPr>
            </a:pPr>
            <a:r>
              <a:t>&lt;1ms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233672"/>
            <a:ext cx="27432" cy="201168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4187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4"/>
                </a:solidFill>
                <a:latin typeface="Calibri"/>
              </a:defRPr>
            </a:pPr>
            <a:r>
              <a:t>&lt;1%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63440"/>
            <a:ext cx="5029200" cy="3657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81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96"/>
                </a:solidFill>
                <a:latin typeface="Calibri"/>
              </a:defRPr>
            </a:pPr>
            <a:r>
              <a:t>Total: ~970ms / 3000ms budget ✓  (67% headroom)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Optimization Options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6517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DistilHuBERT: 800ms → 300ms (-3% accuracy)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WavLM first 6 layers only: 800ms → 400ms (-2%)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Coral USB TPU accelerator: 800ms → ~100ms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INT8 quantization for env model: 45ms → 15ms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Voice Activity Detection: Skip silent chunks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754880"/>
            <a:ext cx="4846320" cy="1645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Resource Usage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1663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RAM: ~260MB total (of 4GB available)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Model sizes: WavLM ~90MB, Env ~5MB, RF ~1MB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Audio buffer: 192KB per chunk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Raspberry Pi 4 (4GB) — $35-55 hardware cost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 Stack &amp; Key Libraries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743200" cy="4572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ML / Audio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246888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Python 3.12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PyTorch + HuggingFace Transformers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WavLM (microsoft/wavlm-base-plus)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scikit-learn (VotingEnsemble)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librosa (feature extraction)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NumPy, SciPy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imbalanced-learn (SMOTE)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joblib (model serialization)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2743200" cy="4572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2057400"/>
            <a:ext cx="246888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19456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huggingface_hub (dataset download)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requests (Freesound API)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soundfile (WAV I/O)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Pygame (labeling GUI)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tqdm (progress bars)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hashlib (SHA-256 dedup)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2743200" cy="4572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057400"/>
            <a:ext cx="246888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19456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Node.js + Express.js v4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MongoDB + Mongoose v8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JWT (jsonwebtoken + bcryptjs)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Role-Based Access Control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Swagger/OpenAPI docs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Helmet, CORS, rate limiting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1645920"/>
            <a:ext cx="2743200" cy="4572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2057400"/>
            <a:ext cx="246888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19456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Vanilla HTML/CSS/JavaScript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Single Page Application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Dark glassmorphism theme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Responsive design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Toast notifications</a:t>
            </a:r>
          </a:p>
          <a:p>
            <a:pPr>
              <a:spcAft>
                <a:spcPts val="300"/>
              </a:spcAft>
              <a:defRPr sz="1200">
                <a:solidFill>
                  <a:srgbClr val="B0B8C4"/>
                </a:solidFill>
                <a:latin typeface="Calibri"/>
              </a:defRPr>
            </a:pPr>
            <a:r>
              <a:t>• XSS protection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36576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Calibri"/>
              </a:defRPr>
            </a:pPr>
            <a:r>
              <a:t>Short-term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057400"/>
            <a:ext cx="32004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Per-dog baseline calibration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Notification cooldown logic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Audio clip attachment with alerts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Voice Activity Detection (skip silence)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645920"/>
            <a:ext cx="3474720" cy="36576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96"/>
                </a:solidFill>
                <a:latin typeface="Calibri"/>
              </a:defRPr>
            </a:pPr>
            <a:r>
              <a:t>Medium-term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19" y="2057400"/>
            <a:ext cx="320040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21945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Replace WavLM with DistilHuBERT (-3% acc, 2.5× faster)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Learned fusion model (LSTM) once we have real-world data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Multi-dog support via voice embeddings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TFLite INT8 quantization for all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45920"/>
            <a:ext cx="3474720" cy="36576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Long-term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2057400"/>
            <a:ext cx="32004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945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Multimodal fusion (audio + video)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Federated learning (on-device model improvement)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Veterinary integration (longitudinal health monitoring)</a:t>
            </a:r>
          </a:p>
          <a:p>
            <a:pPr>
              <a:spcAft>
                <a:spcPts val="600"/>
              </a:spcAft>
              <a:defRPr sz="1300">
                <a:solidFill>
                  <a:srgbClr val="B0B8C4"/>
                </a:solidFill>
                <a:latin typeface="Calibri"/>
              </a:defRPr>
            </a:pPr>
            <a:r>
              <a:t>• Additional scenarios (thunderstorm, injury detection)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B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840480"/>
            <a:ext cx="301752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8C4"/>
                </a:solidFill>
                <a:latin typeface="Calibri"/>
              </a:defRPr>
            </a:pPr>
            <a:r>
              <a:t>Aditya Sharma  |  AI/ML Intern  |  Hubble Connected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4"/>
                </a:solidFill>
                <a:latin typeface="Calibri"/>
              </a:defRPr>
            </a:pPr>
            <a:r>
              <a:t>Dog Emotion: 80.5%  |  Env Sound: 89%  |  Scenarios: 100% test pass</a:t>
            </a:r>
            <a:br/>
            <a:r>
              <a:t>Edge deployment: ~970ms/chunk on Raspberry Pi 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