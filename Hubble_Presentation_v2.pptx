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0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harma" userId="e429a6564030cdd5" providerId="LiveId" clId="{11754DDC-ACDA-4B94-904B-1A2DFC6AED43}"/>
    <pc:docChg chg="modSld sldOrd">
      <pc:chgData name="Aditya Sharma" userId="e429a6564030cdd5" providerId="LiveId" clId="{11754DDC-ACDA-4B94-904B-1A2DFC6AED43}" dt="2026-07-08T10:21:47.653" v="1"/>
      <pc:docMkLst>
        <pc:docMk/>
      </pc:docMkLst>
      <pc:sldChg chg="ord">
        <pc:chgData name="Aditya Sharma" userId="e429a6564030cdd5" providerId="LiveId" clId="{11754DDC-ACDA-4B94-904B-1A2DFC6AED43}" dt="2026-07-08T10:21:47.653" v="1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HUBBLE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AI-Powered Dog Emotion Detection</a:t>
            </a:r>
            <a:br/>
            <a:r>
              <a:t>&amp; Scenario Trigger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Calibri"/>
              </a:defRPr>
            </a:pPr>
            <a:r>
              <a:t>Real-time Audio Intelligence for Pet Cameras on Edge Devices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Aditya Sharma  |  AI/ML 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Calibri"/>
              </a:defRPr>
            </a:pPr>
            <a:r>
              <a:t>Manager: Rahul  |  June 2026 – Present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 We're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4"/>
                </a:solidFill>
                <a:latin typeface="Calibri"/>
              </a:defRPr>
            </a:pPr>
            <a:r>
              <a:t>Millions of pet owners leave dogs at home. Existing cameras just show video — they don't understand</a:t>
            </a:r>
            <a:br/>
            <a:r>
              <a:t>what's happening. Owners can't watch 8 hours. They need the camera to be SMART.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54680"/>
            <a:ext cx="310896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Cameras show — they don't understand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No alerts when dog is in distress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No context: WHY is the dog barking?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Video requires GPU — too expensive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74320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9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39" y="3154680"/>
            <a:ext cx="310896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Listen to audio (not video)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Classify dog emotion (3 classes)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Classify environment sound (10 classes)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Combine both → detect 5 real scenarios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Alert owner's phone with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74320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Why Audio &gt; Video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154680"/>
            <a:ext cx="310896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100× smaller (48KB vs 5MB per 3 seconds)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Runs on CPU — no GPU needed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Works in the dark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Better privacy — no video of homes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Dogs express emotions through sound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Target Hardware: Raspberry Pi 4 (4GB RAM, $35-55) — All processing on-device, zero cloud 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It Works — Complete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Every 3 seconds, the system processes one audio chunk through the entire pipeline: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80160" y="2194560"/>
            <a:ext cx="457200" cy="4572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BFF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Microphone records at 16kHz mono.</a:t>
            </a:r>
            <a:br/>
            <a:r>
              <a:t>3-second chunk = 48,000 samples.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11880" y="2194560"/>
            <a:ext cx="457200" cy="4572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96"/>
                </a:solidFill>
                <a:latin typeface="Calibri"/>
              </a:defRPr>
            </a:pPr>
            <a:r>
              <a:t>TWO MODELS RUN</a:t>
            </a:r>
            <a:br/>
            <a:r>
              <a:t>ON SAME 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Dog Emotion Model → "High_Arousal" (87%)</a:t>
            </a:r>
            <a:br/>
            <a:r>
              <a:t>Env Sound Model → "door_slam" (82%)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43600" y="219456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Calibri"/>
              </a:defRPr>
            </a:pPr>
            <a:r>
              <a:t>ADD TO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Both results stored in a 60-second</a:t>
            </a:r>
            <a:br/>
            <a:r>
              <a:t>sliding window (last 20 chunks).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75319" y="2194560"/>
            <a:ext cx="457200" cy="4572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5 SCENARIO</a:t>
            </a:r>
            <a:br/>
            <a:r>
              <a:t>DETECTORS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Each detector scans the history for</a:t>
            </a:r>
            <a:br/>
            <a:r>
              <a:t>its specific pattern.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2103120"/>
            <a:ext cx="2194560" cy="2743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607040" y="2194560"/>
            <a:ext cx="457200" cy="45720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0704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545"/>
                </a:solidFill>
                <a:latin typeface="Calibri"/>
              </a:defRPr>
            </a:pPr>
            <a:r>
              <a:t>TRIGGER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383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4"/>
                </a:solidFill>
                <a:latin typeface="Calibri"/>
              </a:defRPr>
            </a:pPr>
            <a:r>
              <a:t>If pattern matches → push notification</a:t>
            </a:r>
            <a:br/>
            <a:r>
              <a:t>to owner's phone with context.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KEY INSIGHT: Neither model alone can detect scenarios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Calibri"/>
              </a:defRPr>
            </a:pPr>
            <a:r>
              <a:t>"Dog is anxious" (Dog Model) = could be 10 reasons.  "Doorbell rang" (Env Model) = so what?</a:t>
            </a:r>
            <a:br/>
            <a:r>
              <a:t>But "Dog is anxious" + "Doorbell rang" = Stranger at the door! — That's why we combine BOTH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Pipeline — Collection &amp;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Dog Emotion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Barkopedia (HuggingFace) — Academic dog vocalization dataset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DogSpeak (HuggingFace) — Labeled dog sounds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Freesound.org API — Community dog sounds (API key based)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Custom Pygame GUI for manual labeling by 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Environment Sound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ESC-50 — Environmental Sound Classification (50 classes)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UrbanSound8K — 8,732 urban sound files (10 folds)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Freesound.org API — Targeted queries per class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Total: ~4,400 files across 10 environment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515600" cy="3200400"/>
          </a:xfrm>
          <a:prstGeom prst="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Calibri"/>
              </a:defRPr>
            </a:pPr>
            <a:r>
              <a:t>CRITICAL DISCOVERY: Massive Data Leakage in Anxiety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600 files in Anxiety folder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After 3-layer deduplication → only 25 unique!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575 were duplicates/augmented copies of same recordings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Model was memorizing recordings, not learning patterns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Artificial 100% accuracy on Anxiety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96"/>
                </a:solidFill>
                <a:latin typeface="Calibri"/>
              </a:defRPr>
            </a:pPr>
            <a:r>
              <a:t>How We Fixed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Layer 1: SHA-256 hash → exact byte duplicates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Layer 2: Spectral fingerprint cosine similarity → near-dupes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Layer 3: Noise floor fingerprinting → same recording session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GroupShuffleSplit → zero source overlap in train/val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Threshold calibrated by manually listening to files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Result: Honest 80.5% accuracy (no inflation)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Dog Emotion Classifier — WavLM + VotingEnsemble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Class Merging: 5 → 3 (Approved by Rahul)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Original 5: Aggressive, Alert, Anxiety, Bored, Playful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Confusion matrix: 98% overlap Aggressive ↔ Alert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Dogs sound identical when aggressive vs alert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Merged classes (based on arousal theory):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High_Arousal = Aggressive + Alert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Low_Arousal  = Anxiety + Bored + Howling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Playful      = Playful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03520" cy="2286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Input: 3-second audio chunk (48,000 samples)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Path A: WavLM (microsoft/wavlm-base-plus)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→ 768-dimensional embedding vector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→ Captures deep patterns (pretrained on 94K hrs audio)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Path B: Handcrafted features (librosa)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→ MFCC, pitch, RMS, spectral, onset (20+ features)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Combined → VotingEnsemble (RandomForest + HistGradientBoosting)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256032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96"/>
                </a:solidFill>
                <a:latin typeface="Calibri"/>
              </a:defRPr>
            </a:pPr>
            <a:r>
              <a:t>80.5%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4023360"/>
            <a:ext cx="256032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Confidence Cutoff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00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23360"/>
            <a:ext cx="256032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Below 60%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Calibri"/>
              </a:defRPr>
            </a:pPr>
            <a:r>
              <a:t>"Neutral"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4023360"/>
            <a:ext cx="2560320" cy="8229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Playful F1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Calibri"/>
              </a:defRPr>
            </a:pPr>
            <a:r>
              <a:t>0.374 → 0.667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Key Decision: HuBERT → WavLM Switch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Started with Facebook's HuBERT (speech-only). Switched to Microsoft's WavLM (speech + noise + overlapping audio).</a:t>
            </a:r>
            <a:br/>
            <a:r>
              <a:t>WavLM's broader training makes it better for non-speech audio like dog barks. Playful F1 improved with 5-type augmentation:</a:t>
            </a:r>
            <a:br/>
            <a:r>
              <a:t>pitch shift ±2 semitones, time stretch ±10%, background noise injection.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Environment Sound Classifier — 10 Classes, 89%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Purpose: Detect WHAT is happening in the environment so we know WHY the dog is reacting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door_slam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doorbell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footsteps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speech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19456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126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siren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car_horn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54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alarm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scratching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silence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3017520"/>
            <a:ext cx="2103120" cy="640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background_noise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5029200" cy="2011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Training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Datasets: ESC-50, UrbanSound8K, Freesound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Total files: ~4,400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Train/Val: 3,520 / 881 (80/20 split)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Model: RandomForest on acoustic features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Same librosa feature pipeline as dog emotion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06240"/>
            <a:ext cx="5212080" cy="2011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96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Overall Accuracy: 89.0%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Macro F1 Score: 0.867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16kHz mono WAV, 3-second clips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Inference time: ~45ms per chunk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No external dependencies (sklearn only)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Scenario Fusion Engine —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The engine maintains a 60-second sliding window of results and checks 5 patterns every 3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515600" cy="429768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Step 1: Same 3-second audio chunk → Both models run simultaneously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Dog Model outputs: "High_Arousal" (87%)          Environment Model outputs: "door_slam" (82%)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26080"/>
            <a:ext cx="100584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Step 2: Both results added to history (deque maxlen=20 = 60 seconds)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dog_history = [("Neutral",0.9), ("Neutral",0.85), ("Low_Arousal",0.7), ("High_Arousal",0.87), ...]</a:t>
            </a:r>
            <a:br/>
            <a:r>
              <a:t>env_history = [("door_slam",0.82), ("silence",0.91), ("bg_noise",0.65), ("bg_noise",0.5), ...]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100584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Step 3: Five detector functions scan the history for their specific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_check_owner_left():  "door_slam" in history? + No speech? + Dog distressed? → TRIGGER</a:t>
            </a:r>
            <a:br/>
            <a:r>
              <a:t>_check_stranger():    Doorbell (+3pts) + Dog alert (+2pts) + Fast bark (+1.5pts) ≥ 7? → TRIGGER</a:t>
            </a:r>
            <a:br/>
            <a:r>
              <a:t>_check_other_dog():   Two different pitches detected? + Alternating bark? → TRIGGER</a:t>
            </a:r>
            <a:br/>
            <a:r>
              <a:t>_check_siren_howl():  Siren in env + Dog howling (long sustained note)? → TRIGGER</a:t>
            </a:r>
            <a:br/>
            <a:r>
              <a:t>_check_attention():   Low_Arousal 80%+ of 60s + No triggers + Repetitive whine? →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100584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Step 4: If any detector triggers → Push notification to owner's phone with scenario name +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Example: "🚪 Owner Left — Your dog is showing signs of separation anxiety. Distress detected for 15 seconds after door closed."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Scenario Details — Owner Left &amp; Stranger Detected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🚪 Scenario 1: Owner Left (Separation Anxiety)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Detection Method: AND-gate (ALL conditions must be 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Condition 1: door_slam detected in last 120 seconds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Condition 2: No human speech for 60+ seconds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Condition 3: Dog High_Arousal for 5+ consecutive chunks (15s)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Condition 4: RMS energy escalating (getting louder)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Timeline example: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0:00  door_slam detected, dog = Neutral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0:03-0:27  silence, dog still Neutral (waiting...)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0:30  dog starts whining → Low_Arousal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0:33-0:42  dog gets worse → High_Arousal × 5 chunks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0:42  ★ ALL 4 conditions TRUE → TRIGGERED!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False positive handling: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• TV door sounds → check for music_television in env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• Dog playing → Playful emotion breaks distress streak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9496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🔔 Scenario 2: Stranger Detected (Intruder Alert)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Detection Method: Scoring System (≥ 7.0 points = trigger)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Evidence scoring: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Doorbell/knock detected       → +3.0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Dog emotion = High_Arousal    → +2.0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Rapid barking (&gt;3/sec)         → +1.5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Regular rhythmic bark          → +1.0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Unknown speech heard           → +1.5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Dog NOT playful recently       → +1.0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Approaching footsteps          → +2.0 points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Example A (Stranger): doorbell(3) + alert(2) + fast(1.5)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+ not playful(1) = 7.5 ≥ 7.0 → ✅ TRIGGERED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Example B (Random bark): no doorbell(0) + alert(2)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+ fast(1.5) + not playful(1) = 4.5 &lt; 7.0 → ❌ No trigger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Why scoring? Not all evidence present every time.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Enough combined evidence = confident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Scenario Details — Other Dog, Siren/Howl, Attention Seeking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Calibri"/>
              </a:defRPr>
            </a:pPr>
            <a:r>
              <a:t>🐕 Scenario 3: Other Dog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Pitch Bimodality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Problem: 1 mic captures 2 dogs.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How to tell there are 2 dogs?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Split audio into 250ms sub-frames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Extract pitch from each frame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K-means cluster into 2 groups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If groups are &gt;100Hz apart →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two different dogs!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Also checks: alternating energy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(call-and-response pattern)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Near-far ratio &gt; 2.5 (our dog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is louder = closer to mic)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65760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alibri"/>
              </a:defRPr>
            </a:pPr>
            <a:r>
              <a:t>🚨 Scenario 4: Siren/Howl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Sequential 2-Stage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488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Stage 1: Env model detects siren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Stage 2: Check if dog howls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Howl vs Bark (5 checks):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voiced_fraction &gt; 0.6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(60%+ continuous sound)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duration &gt; 1.5 seconds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(bark = 0.3s, howl = 3s+)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bandwidth &lt; 1200 Hz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(howl = narrow, bark = wide)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pitch_range &gt; 200 Hz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(howl sweeps up)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HNR &gt; 8 dB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(howl = tonal, bark = noisy)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657600" cy="4846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😢 Scenario 5: Attention Seeking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Absence-Based + Autocorrelation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Triggers when NO external cause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but dog is still distressed.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4 conditions (all required):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Low_Arousal ≥ 80% of last 60s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NO env triggers (no doorbell,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siren, other dog, speech)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Repetitive pattern detected via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autocorrelation (peak &gt; 0.3)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Whine signature: pitch &gt; 500Hz,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    RMS &lt; 0.06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Hardest scenario to detect —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defined by ABSENCE of triggers,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not presence.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Testing &amp; Results — 70% → 90% → 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Test Suite: 10 cases — 5 positive (should trigger) + 5 negative (should NOT trigger)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4545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Passed: 7/10 — 3 positive tests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545"/>
                </a:solidFill>
                <a:latin typeface="Calibri"/>
              </a:defRPr>
            </a:pPr>
            <a:r>
              <a:t>Fix: Initial run — detectors too strict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4747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19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8C0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Passed: 9/10 — 1 test still failing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Calibri"/>
              </a:defRPr>
            </a:pPr>
            <a:r>
              <a:t>Fix: Fixed Stranger scoring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474720" cy="18288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C89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Passed: 10/10 — All tests pass!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896"/>
                </a:solidFill>
                <a:latin typeface="Calibri"/>
              </a:defRPr>
            </a:pPr>
            <a:r>
              <a:t>Fix: Fixed history reset between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10515600" cy="237744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Final Results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 Emotion 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80.5%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3 classes, VotingEnsemble (RF + HistGB)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Environment Classifier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212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212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89.0%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5212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10 classes, Macro F1: 0.867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Scenario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Test Pass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10/10 — 5 positive + 5 negative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Confidence Threshold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Cutoff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Below 60% → "Neutral" (Rahul's requirement)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035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Playful Class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6035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F1 Improvement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035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+78%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6035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0.374 → 0.667 via 5-type augmentation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Edge Deployment — Raspberry Pi 4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Complete on-device processing — zero cloud, zero latency, full privacy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00" cy="3657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Latency Budget per 3-second Chunk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WavLM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~800ms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587752"/>
            <a:ext cx="1316736" cy="1828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71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96"/>
                </a:solidFill>
                <a:latin typeface="Calibri"/>
              </a:defRPr>
            </a:pPr>
            <a:r>
              <a:t>~120ms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044952"/>
            <a:ext cx="197510" cy="1828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Env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29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~45ms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502152"/>
            <a:ext cx="74066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RandomForest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~5ms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959352"/>
            <a:ext cx="8229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Scenario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343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&lt;1ms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416552"/>
            <a:ext cx="1645" cy="1828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96"/>
                </a:solidFill>
                <a:latin typeface="Calibri"/>
              </a:defRPr>
            </a:pPr>
            <a:r>
              <a:t>Total: ~970ms / 3000ms budget (67% headroom)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Resources &amp;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6888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Hardware: Raspberry Pi 4 (4GB RAM, $35-55)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RAM usage: ~260MB total (of 4GB)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Model sizes: WavLM ~90MB, Env ~5MB, RF ~1MB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Audio buffer: 192KB per chunk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Optimization options: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• DistilHuBERT: 800ms → 300ms (-3% accuracy)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• WavLM first 6 layers: 800ms → 400ms (-2%)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• Google Coral USB TPU: 800ms → ~100ms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• INT8 quantization for env model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  • Voice Activity Detection (skip silence)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743200" cy="4754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ML / Audio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24688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Python 3.12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PyTorch + HuggingFace Transformers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WavLM (microsoft/wavlm-base-plus)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scikit-learn (VotingEnsemble)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librosa (feature extraction)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NumPy, SciPy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imbalanced-learn (SMOTE)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joblib (model serialization)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743200" cy="4754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96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920240"/>
            <a:ext cx="24688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huggingface_hub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Freesound.org REST API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soundfile (WAV I/O)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Pygame (labeling GUI)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hashlib (SHA-256 dedup)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tqdm (progress bars)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3 download scripts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Deduplication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2743200" cy="4754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20240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Node.js + Express.js v4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MongoDB + Mongoose v8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JWT authentication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RBAC (User / Admin)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Swagger/OpenAPI docs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Helmet, CORS, Rate limiting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In-memory DB fallback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8 REST endpoints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554480"/>
            <a:ext cx="2743200" cy="4754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1920240"/>
            <a:ext cx="246888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6404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Vanilla HTML/CSS/JS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Single Page Application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Dark glassmorphism UI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Responsive design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Product CRUD dashboard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Calibri"/>
              </a:defRPr>
            </a:pPr>
            <a:r>
              <a:t>• Toast notifications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Calibri"/>
              </a:defRPr>
            </a:pPr>
            <a:r>
              <a:t>Short-term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32004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Per-dog baseline calibration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Notification cooldown logic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Audio clip with alerts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Voice Activity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55448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19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96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19" y="1965960"/>
            <a:ext cx="320040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19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DistilHuBERT (2.5× faster)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Learned fusion model (LSTM)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Multi-dog support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TFLite INT8 quantization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474720" cy="3200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Long-term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965960"/>
            <a:ext cx="32004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Multimodal (audio + video)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Federated learning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Veterinary integration</a:t>
            </a:r>
          </a:p>
          <a:p>
            <a:pPr>
              <a:spcAft>
                <a:spcPts val="400"/>
              </a:spcAft>
              <a:defRPr sz="1400">
                <a:solidFill>
                  <a:srgbClr val="B0B8C4"/>
                </a:solidFill>
                <a:latin typeface="Calibri"/>
              </a:defRPr>
            </a:pPr>
            <a:r>
              <a:t>• More scenarios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B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4"/>
                </a:solidFill>
                <a:latin typeface="Calibri"/>
              </a:defRPr>
            </a:pPr>
            <a:r>
              <a:t>Aditya Sharma  |  AI/ML Intern  |  Hubble Connected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4"/>
                </a:solidFill>
                <a:latin typeface="Calibri"/>
              </a:defRPr>
            </a:pPr>
            <a:r>
              <a:t>Dog Emotion: 80.5%  |  Env Sound: 89%  |  Scenarios: 100% test pass</a:t>
            </a:r>
            <a:br/>
            <a:r>
              <a:t>Edge deployment: ~970ms/chunk on Raspberry Pi 4  |  All processing on-device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2470</Words>
  <Application>Microsoft Office PowerPoint</Application>
  <PresentationFormat>Widescreen</PresentationFormat>
  <Paragraphs>340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Sharma</cp:lastModifiedBy>
  <cp:revision>1</cp:revision>
  <dcterms:created xsi:type="dcterms:W3CDTF">2013-01-27T09:14:16Z</dcterms:created>
  <dcterms:modified xsi:type="dcterms:W3CDTF">2026-07-08T10:21:58Z</dcterms:modified>
  <cp:category/>
</cp:coreProperties>
</file>